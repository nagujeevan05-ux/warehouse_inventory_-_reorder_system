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WAREHOUSE INVENTORY &amp; REORDER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34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t>PSPJ Java Project • Console-Based Inventory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Java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5577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Consolas"/>
              </a:defRPr>
            </a:pPr>
            <a:r>
              <a:t>import java.util.ArrayList;</a:t>
            </a:r>
            <a:br/>
            <a:r>
              <a:t>import java.util.Scanner;</a:t>
            </a:r>
            <a:br/>
            <a:br/>
            <a:r>
              <a:t>class Product {</a:t>
            </a:r>
            <a:br/>
            <a:r>
              <a:t>    int id, quantity, reorderLevel;</a:t>
            </a:r>
            <a:br/>
            <a:r>
              <a:t>    String name;</a:t>
            </a:r>
            <a:br/>
            <a:r>
              <a:t>    double price;</a:t>
            </a:r>
            <a:br/>
            <a:br/>
            <a:r>
              <a:t>    Product(int id, String name, int quantity,</a:t>
            </a:r>
            <a:br/>
            <a:r>
              <a:t>            int reorderLevel, double price) {</a:t>
            </a:r>
            <a:br/>
            <a:r>
              <a:t>        this.id = id;</a:t>
            </a:r>
            <a:br/>
            <a:r>
              <a:t>        this.name = name;</a:t>
            </a:r>
            <a:br/>
            <a:r>
              <a:t>        this.quantity = quantity;</a:t>
            </a:r>
            <a:br/>
            <a:r>
              <a:t>        this.reorderLevel = reorderLevel;</a:t>
            </a:r>
            <a:br/>
            <a:r>
              <a:t>        this.price = price;</a:t>
            </a:r>
            <a:br/>
            <a:r>
              <a:t>    }</a:t>
            </a:r>
            <a:br/>
            <a:br/>
            <a:r>
              <a:t>    void display() {</a:t>
            </a:r>
            <a:br/>
            <a:r>
              <a:t>        System.out.println("----------------------------------------");</a:t>
            </a:r>
            <a:br/>
            <a:r>
              <a:t>        System.out.println("Product ID    : " + id);</a:t>
            </a:r>
            <a:br/>
            <a:r>
              <a:t>        System.out.println("Product Name  : " + name);</a:t>
            </a:r>
            <a:br/>
            <a:r>
              <a:t>        System.out.println("Quantity      : " + quantity);</a:t>
            </a:r>
            <a:br/>
            <a:r>
              <a:t>        System.out.println("Reorder Level : " + reorderLevel);</a:t>
            </a:r>
            <a:br/>
            <a:r>
              <a:t>        System.out.println("Price         : ₹" + price);</a:t>
            </a:r>
            <a:br/>
            <a:br/>
            <a:r>
              <a:t>        if (quantity &lt;= reorderLevel)</a:t>
            </a:r>
            <a:br/>
            <a:r>
              <a:t>            System.out.println("STATUS        : LOW STOCK - REORDER!");</a:t>
            </a:r>
            <a:br/>
            <a:r>
              <a:t>        else</a:t>
            </a:r>
            <a:br/>
            <a:r>
              <a:t>            System.out.println("STATUS        : STOCK AVAILABLE");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Java Source Code — Main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5577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latin typeface="Consolas"/>
              </a:defRPr>
            </a:pPr>
            <a:r>
              <a:t>public class WarehouseInventorySystem {</a:t>
            </a:r>
            <a:br/>
            <a:r>
              <a:t>    static ArrayList&lt;Product&gt; products = new ArrayList&lt;&gt;();</a:t>
            </a:r>
            <a:br/>
            <a:r>
              <a:t>    static Scanner sc = new Scanner(System.in);</a:t>
            </a:r>
            <a:br/>
            <a:br/>
            <a:r>
              <a:t>    static void addProduct() {</a:t>
            </a:r>
            <a:br/>
            <a:r>
              <a:t>        System.out.print("Enter Product ID: ");</a:t>
            </a:r>
            <a:br/>
            <a:r>
              <a:t>        int id = sc.nextInt();</a:t>
            </a:r>
            <a:br/>
            <a:r>
              <a:t>        sc.nextLine();</a:t>
            </a:r>
            <a:br/>
            <a:br/>
            <a:r>
              <a:t>        System.out.print("Enter Product Name: ");</a:t>
            </a:r>
            <a:br/>
            <a:r>
              <a:t>        String name = sc.nextLine();</a:t>
            </a:r>
            <a:br/>
            <a:br/>
            <a:r>
              <a:t>        System.out.print("Enter Quantity: ");</a:t>
            </a:r>
            <a:br/>
            <a:r>
              <a:t>        int quantity = sc.nextInt();</a:t>
            </a:r>
            <a:br/>
            <a:br/>
            <a:r>
              <a:t>        System.out.print("Enter Reorder Level: ");</a:t>
            </a:r>
            <a:br/>
            <a:r>
              <a:t>        int reorderLevel = sc.nextInt();</a:t>
            </a:r>
            <a:br/>
            <a:br/>
            <a:r>
              <a:t>        System.out.print("Enter Price: ");</a:t>
            </a:r>
            <a:br/>
            <a:r>
              <a:t>        double price = sc.nextDouble();</a:t>
            </a:r>
            <a:br/>
            <a:br/>
            <a:r>
              <a:t>        products.add(new Product(id, name, quantity,</a:t>
            </a:r>
            <a:br/>
            <a:r>
              <a:t>                                  reorderLevel, price));</a:t>
            </a:r>
            <a:br/>
            <a:r>
              <a:t>        System.out.println("Product added successfully!");</a:t>
            </a:r>
            <a:br/>
            <a:r>
              <a:t>    }</a:t>
            </a:r>
            <a:br/>
            <a:br/>
            <a:r>
              <a:t>    static void displayProducts() {</a:t>
            </a:r>
            <a:br/>
            <a:r>
              <a:t>        if (products.isEmpty()) {</a:t>
            </a:r>
            <a:br/>
            <a:r>
              <a:t>            System.out.println("No products available.");</a:t>
            </a:r>
            <a:br/>
            <a:r>
              <a:t>            return;</a:t>
            </a:r>
            <a:br/>
            <a:r>
              <a:t>        }</a:t>
            </a:r>
            <a:br/>
            <a:r>
              <a:t>        for (Product p : products)</a:t>
            </a:r>
            <a:br/>
            <a:r>
              <a:t>            p.display();</a:t>
            </a:r>
            <a:br/>
            <a:r>
              <a:t>    }</a:t>
            </a:r>
            <a:br/>
            <a:br/>
            <a:r>
              <a:t>    static void searchProduct() {</a:t>
            </a:r>
            <a:br/>
            <a:r>
              <a:t>        System.out.print("Enter Product ID: ");</a:t>
            </a:r>
            <a:br/>
            <a:r>
              <a:t>        int id = sc.nextInt();</a:t>
            </a:r>
            <a:br/>
            <a:br/>
            <a:r>
              <a:t>        for (Product p : products)</a:t>
            </a:r>
            <a:br/>
            <a:r>
              <a:t>            if (p.id == id) {</a:t>
            </a:r>
            <a:br/>
            <a:r>
              <a:t>                p.display();</a:t>
            </a:r>
            <a:br/>
            <a:r>
              <a:t>                return;</a:t>
            </a:r>
            <a:br/>
            <a:r>
              <a:t>            }</a:t>
            </a:r>
            <a:br/>
            <a:r>
              <a:t>        System.out.println("Product not found.");</a:t>
            </a:r>
            <a:br/>
            <a:r>
              <a:t>   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Java Source Code — Stock, Reports &amp; 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5577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latin typeface="Consolas"/>
              </a:defRPr>
            </a:pPr>
            <a:r>
              <a:t>static void updateStock() {</a:t>
            </a:r>
            <a:br/>
            <a:r>
              <a:t>    System.out.print("Enter Product ID: ");</a:t>
            </a:r>
            <a:br/>
            <a:r>
              <a:t>    int id = sc.nextInt();</a:t>
            </a:r>
            <a:br/>
            <a:br/>
            <a:r>
              <a:t>    for (Product p : products)</a:t>
            </a:r>
            <a:br/>
            <a:r>
              <a:t>        if (p.id == id) {</a:t>
            </a:r>
            <a:br/>
            <a:r>
              <a:t>            System.out.print("Enter quantity to ADD: ");</a:t>
            </a:r>
            <a:br/>
            <a:r>
              <a:t>            p.quantity += sc.nextInt();</a:t>
            </a:r>
            <a:br/>
            <a:r>
              <a:t>            System.out.println("Stock updated successfully!");</a:t>
            </a:r>
            <a:br/>
            <a:r>
              <a:t>            return;</a:t>
            </a:r>
            <a:br/>
            <a:r>
              <a:t>        }</a:t>
            </a:r>
            <a:br/>
            <a:r>
              <a:t>    System.out.println("Product not found.");</a:t>
            </a:r>
            <a:br/>
            <a:r>
              <a:t>}</a:t>
            </a:r>
            <a:br/>
            <a:br/>
            <a:r>
              <a:t>static void lowStockReport() {</a:t>
            </a:r>
            <a:br/>
            <a:r>
              <a:t>    System.out.println("\n========== LOW STOCK REPORT ==========");</a:t>
            </a:r>
            <a:br/>
            <a:r>
              <a:t>    boolean found = false;</a:t>
            </a:r>
            <a:br/>
            <a:br/>
            <a:r>
              <a:t>    for (Product p : products)</a:t>
            </a:r>
            <a:br/>
            <a:r>
              <a:t>        if (p.quantity &lt;= p.reorderLevel) {</a:t>
            </a:r>
            <a:br/>
            <a:r>
              <a:t>            System.out.println("ID: " + p.id +</a:t>
            </a:r>
            <a:br/>
            <a:r>
              <a:t>                " | " + p.name +</a:t>
            </a:r>
            <a:br/>
            <a:r>
              <a:t>                " | Stock: " + p.quantity +</a:t>
            </a:r>
            <a:br/>
            <a:r>
              <a:t>                " | Reorder Level: " + p.reorderLevel);</a:t>
            </a:r>
            <a:br/>
            <a:r>
              <a:t>            found = true;</a:t>
            </a:r>
            <a:br/>
            <a:r>
              <a:t>        }</a:t>
            </a:r>
            <a:br/>
            <a:br/>
            <a:r>
              <a:t>    if (!found)</a:t>
            </a:r>
            <a:br/>
            <a:r>
              <a:t>        System.out.println("No products require reordering.");</a:t>
            </a:r>
            <a:br/>
            <a:r>
              <a:t>}</a:t>
            </a:r>
            <a:br/>
            <a:br/>
            <a:r>
              <a:t>static void totalInventoryValue() {</a:t>
            </a:r>
            <a:br/>
            <a:r>
              <a:t>    double total = 0;</a:t>
            </a:r>
            <a:br/>
            <a:r>
              <a:t>    for (Product p : products)</a:t>
            </a:r>
            <a:br/>
            <a:r>
              <a:t>        total += p.quantity * p.price;</a:t>
            </a:r>
            <a:br/>
            <a:r>
              <a:t>    System.out.println("Total Inventory Value: ₹" + total);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Sample Program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Consolas"/>
              </a:defRPr>
            </a:pPr>
            <a:r>
              <a:t>==========================================</a:t>
            </a:r>
            <a:br/>
            <a:r>
              <a:t>     WAREHOUSE INVENTORY SYSTEM</a:t>
            </a:r>
            <a:br/>
            <a:r>
              <a:t>==========================================</a:t>
            </a:r>
            <a:br/>
            <a:r>
              <a:t>1. Add Product</a:t>
            </a:r>
            <a:br/>
            <a:r>
              <a:t>2. Display All Products</a:t>
            </a:r>
            <a:br/>
            <a:r>
              <a:t>3. Search Product</a:t>
            </a:r>
            <a:br/>
            <a:r>
              <a:t>4. Update Stock</a:t>
            </a:r>
            <a:br/>
            <a:r>
              <a:t>5. Remove Product</a:t>
            </a:r>
            <a:br/>
            <a:r>
              <a:t>6. Low Stock Report</a:t>
            </a:r>
            <a:br/>
            <a:r>
              <a:t>7. Reorder Report</a:t>
            </a:r>
            <a:br/>
            <a:r>
              <a:t>8. Total Inventory Value</a:t>
            </a:r>
            <a:br/>
            <a:r>
              <a:t>9. Exit</a:t>
            </a:r>
            <a:br/>
            <a:r>
              <a:t>==========================================</a:t>
            </a:r>
            <a:br/>
            <a:br/>
            <a:r>
              <a:t>Enter your choice: 1</a:t>
            </a:r>
            <a:br/>
            <a:r>
              <a:t>Enter Product ID: 101</a:t>
            </a:r>
            <a:br/>
            <a:r>
              <a:t>Enter Product Name: Arduino UNO</a:t>
            </a:r>
            <a:br/>
            <a:r>
              <a:t>Enter Quantity: 5</a:t>
            </a:r>
            <a:br/>
            <a:r>
              <a:t>Enter Reorder Level: 10</a:t>
            </a:r>
            <a:br/>
            <a:r>
              <a:t>Enter Price: 750</a:t>
            </a:r>
            <a:br/>
            <a:r>
              <a:t>Product added successfully!</a:t>
            </a:r>
            <a:br/>
            <a:br/>
            <a:r>
              <a:t>Enter your choice: 2</a:t>
            </a:r>
            <a:br/>
            <a:br/>
            <a:r>
              <a:t>Product ID    : 101</a:t>
            </a:r>
            <a:br/>
            <a:r>
              <a:t>Product Name  : Arduino UNO</a:t>
            </a:r>
            <a:br/>
            <a:r>
              <a:t>Quantity      : 5</a:t>
            </a:r>
            <a:br/>
            <a:r>
              <a:t>Reorder Level : 10</a:t>
            </a:r>
            <a:br/>
            <a:r>
              <a:t>Price         : ₹750.0</a:t>
            </a:r>
            <a:br/>
            <a:r>
              <a:t>STATUS        : LOW STOCK - REORDER!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Reorder Report — Sample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========== LOW STOCK REPORT ==========</a:t>
            </a:r>
            <a:br/>
            <a:br/>
            <a:r>
              <a:t>ID: 101 | Arduino UNO | Stock: 5 | Reorder Level: 10</a:t>
            </a:r>
            <a:br/>
            <a:br/>
            <a:br/>
            <a:r>
              <a:t>========== REORDER REPORT ==========</a:t>
            </a:r>
            <a:br/>
            <a:br/>
            <a:r>
              <a:t>Product       : Arduino UNO</a:t>
            </a:r>
            <a:br/>
            <a:r>
              <a:t>Product ID    : 101</a:t>
            </a:r>
            <a:br/>
            <a:r>
              <a:t>Current Stock : 5</a:t>
            </a:r>
            <a:br/>
            <a:r>
              <a:t>Reorder Level : 10</a:t>
            </a:r>
            <a:br/>
            <a:r>
              <a:t>Suggested Qty : 15</a:t>
            </a:r>
            <a:br/>
            <a:br/>
            <a:br/>
            <a:r>
              <a:t>Total Inventory Value: ₹3750.0</a:t>
            </a:r>
            <a:br/>
            <a:br/>
            <a:r>
              <a:t>Thank you for using the system!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What the Program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t>• Stores product details using a Product class.</a:t>
            </a:r>
          </a:p>
          <a:p>
            <a:pPr>
              <a:spcAft>
                <a:spcPts val="1400"/>
              </a:spcAft>
              <a:defRPr sz="1900"/>
            </a:pPr>
            <a:r>
              <a:t>• Uses ArrayList to keep multiple products in memory.</a:t>
            </a:r>
          </a:p>
          <a:p>
            <a:pPr>
              <a:spcAft>
                <a:spcPts val="1400"/>
              </a:spcAft>
              <a:defRPr sz="1900"/>
            </a:pPr>
            <a:r>
              <a:t>• Allows products to be added, searched, updated and removed.</a:t>
            </a:r>
          </a:p>
          <a:p>
            <a:pPr>
              <a:spcAft>
                <a:spcPts val="1400"/>
              </a:spcAft>
              <a:defRPr sz="1900"/>
            </a:pPr>
            <a:r>
              <a:t>• Checks the current quantity against the reorder level.</a:t>
            </a:r>
          </a:p>
          <a:p>
            <a:pPr>
              <a:spcAft>
                <a:spcPts val="1400"/>
              </a:spcAft>
              <a:defRPr sz="1900"/>
            </a:pPr>
            <a:r>
              <a:t>• Generates low-stock and reorder reports.</a:t>
            </a:r>
          </a:p>
          <a:p>
            <a:pPr>
              <a:spcAft>
                <a:spcPts val="1400"/>
              </a:spcAft>
              <a:defRPr sz="1900"/>
            </a:pPr>
            <a:r>
              <a:t>• Calculates the total value of the inventory.</a:t>
            </a:r>
          </a:p>
          <a:p>
            <a:pPr>
              <a:spcAft>
                <a:spcPts val="1400"/>
              </a:spcAft>
              <a:defRPr sz="1900"/>
            </a:pPr>
            <a:r>
              <a:t>• Uses a simple menu so the user can operate the system easily.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